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Experience in Group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team_collaboration_cybersecurity_discu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NIST 800-53 R5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NIST_800-53_R5_document_highligh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Plans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security_plan_document_computer_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security_policy_document_f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document_template_design_comp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Roles, Responsibilities, and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team_collaboration_cybersecurity_discu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Control/Management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change_management_process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Standards and Procedures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NIST_800-53_R5_document_highligh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Significant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light_bulb_idea_cybersecurity_lear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Significant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minimalist_design_computer_templ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Making and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feedback_session_group_discu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Final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</a:p>
        </p:txBody>
      </p:sp>
      <p:pic>
        <p:nvPicPr>
          <p:cNvPr id="4" name="Picture 3" descr="conclusion_slide_summary_cyber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